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lide_1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On-screen Show (4:3)</PresentationFormat>
  <Paragraphs>0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Arial</vt:lpstr>
      <vt:lpstr>宋体</vt:lpstr>
      <vt:lpstr>Wingdings</vt:lpstr>
      <vt:lpstr>Arial</vt:lpstr>
      <vt:lpstr>微软雅黑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WPS_1428593688</cp:lastModifiedBy>
  <cp:revision>2</cp:revision>
  <dcterms:created xsi:type="dcterms:W3CDTF">2013-01-27T09:14:00Z</dcterms:created>
  <dcterms:modified xsi:type="dcterms:W3CDTF">2026-05-11T10:36:00Z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E3AA2ACC942E49C191FEA6609E149D4D_12</vt:lpwstr>
  </property>
</Properties>
</file>